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E91D1-87B0-4DD1-9158-8F8212CF0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51E7E2-7272-490B-9E0E-B77FBAC70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956ECD-5AE2-491B-A546-7F64D0B4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EB4573-CAE3-44CE-BD36-22DE237D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2829AC-BE53-4457-A2DC-E366F11C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36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7EB96-3928-4622-9C3E-D8BF264B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D2DC10-2542-41FA-A035-D5C24941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E293E-7863-499D-BC7A-BF7A0E82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890B3F-C80C-4BBD-BFAF-C4871632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F73D69-5C4B-4AA6-B7D0-53BF3D33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03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8BADD-D353-42AD-A7EE-4AD529D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3AD182-99E6-44D6-A596-A5A9DFBC0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C8688-B1F0-4793-B0D9-8813C2D5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6FBCB-2E60-4453-8726-BC683404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03C06-0366-4A2B-8D75-6EC83D25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43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884DD-E27D-4A5E-9BE1-5080B51C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DC59F-AE23-40E5-B371-4AC1ED4EF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E00C28-884F-4F36-BA7D-F9BF2B72F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7E689F-9509-4CB4-AE99-9BD4DD62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BDECF2-B93C-4D93-AC4E-150172D1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9F7B3B-57D4-4830-8FCA-3DF5EE7B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07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C4E2A-847C-4B07-B0E6-112EB4F65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1B00A1-A695-42E1-9446-FF044B7F2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3D6CDD-A3C9-4C0A-9CFB-553577BB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6576B0-B452-4767-AC19-EBE3228D6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A5C246-C627-40BC-9C73-CF0BFD01E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8E7EEA-6862-4510-8BC1-5434BDD7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C9E70C-22AD-4D2A-83D0-1634D179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514CA7-2F2B-4A81-A7F0-664441A4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01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DB098-9BAA-4EEB-AFA2-70A6C153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6B10D1-613A-48DC-8D30-14A46959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29021A-91AF-4DCF-B298-A8A6F574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8FDD7A-CFA6-4F2E-BC66-D90207C6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92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416CEE-AA47-4E1D-8426-2E6E8E02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80C750-1F45-4517-AD55-0F409144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473AC7-9AF8-442F-84F9-C8ABFF90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36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D45B-D415-4111-8791-CBBBEE41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49B422-ACC5-4335-AE60-34B175B39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D3F5A6-0803-4A29-952F-87518BB12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F106BC-0387-47EC-B6F8-805BB1D09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D812E0-F50E-4443-9FF0-380C3604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DB0B77-5E8B-4822-A903-9FC8E082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968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B617B-16FF-4FFF-8B3C-5FF02B54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930EB4-E4CC-4382-A421-ED5E84364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639276-1BF3-42B3-9647-AF4FC0A65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A512E7-88DE-4382-90E5-A310B359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0772AF-B180-4ADD-8767-1886CEEA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8F54BB-8770-483E-B086-FCF6289E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0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E87CC-5F7B-4703-BE33-AA965426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BDCE96-6AD0-4F42-B2F0-7D75040FE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5D716-6AE5-4AEB-B523-1C8404F8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54FCE-2043-40A6-A109-FF5D464F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662998-5216-4054-A78A-42274AFC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8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B980CE-1011-4217-BF3F-D62E14239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AE56AA-ACFC-4393-B003-77CF42ACD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C32195-A459-4D88-8A9D-84A638D1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ADD75F-9E27-4274-A942-D63B9F52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DF42D7-2B50-48A1-A892-FBD764EC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79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A47FC-E5D4-46DC-AF44-946DDD9A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A66CB6-5731-4129-90DC-D9F8C6C2D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7DFD45-9201-4E69-A6F6-CECAD7AFD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45F79-1137-4724-8644-83B46B87132A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85745E-966D-4BF9-BAC2-E041446FE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41AE17-80D9-42D7-A9FC-4A111A3E2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50909-1B48-4A0C-A104-52B200DE1C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60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67E2C9-D798-4112-BA58-838E7189F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" y="0"/>
            <a:ext cx="12181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5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EAE82F-CD97-4212-9782-DDC719D7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" y="0"/>
            <a:ext cx="12144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8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B585B1-87E7-4D04-AAD0-B376A0BBB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2"/>
            <a:ext cx="12192000" cy="685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5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DC966F-FB02-40F4-B2D3-184DD76B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46" y="774754"/>
            <a:ext cx="10583907" cy="53084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956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686B2F-AD8A-4A04-853D-BADE9136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10"/>
            <a:ext cx="12192000" cy="679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8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2C42FA-49D4-48D8-BB1C-6DA7BF06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730"/>
            <a:ext cx="12192000" cy="641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7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5B39FE-FCC3-4141-8F62-4210D59A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001"/>
            <a:ext cx="12192000" cy="647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1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838A57-3071-40A6-8F34-02084C8A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81"/>
            <a:ext cx="12192000" cy="681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2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E99A49-360B-43C4-9204-221D4E1B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61"/>
            <a:ext cx="12192000" cy="68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49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311311-CC28-4F3A-9249-EDD6594D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96"/>
            <a:ext cx="12192000" cy="64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526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Даниил Прахов</dc:creator>
  <cp:lastModifiedBy>Даниил Прахов</cp:lastModifiedBy>
  <cp:revision>1</cp:revision>
  <dcterms:created xsi:type="dcterms:W3CDTF">2026-02-25T20:54:35Z</dcterms:created>
  <dcterms:modified xsi:type="dcterms:W3CDTF">2026-02-25T20:58:34Z</dcterms:modified>
</cp:coreProperties>
</file>